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8" r:id="rId2"/>
    <p:sldId id="269" r:id="rId3"/>
    <p:sldId id="299" r:id="rId4"/>
    <p:sldId id="300" r:id="rId5"/>
    <p:sldId id="301" r:id="rId6"/>
    <p:sldId id="302" r:id="rId7"/>
    <p:sldId id="270" r:id="rId8"/>
    <p:sldId id="304" r:id="rId9"/>
    <p:sldId id="305" r:id="rId10"/>
    <p:sldId id="294" r:id="rId11"/>
    <p:sldId id="295" r:id="rId12"/>
    <p:sldId id="306" r:id="rId13"/>
    <p:sldId id="285" r:id="rId14"/>
    <p:sldId id="307" r:id="rId15"/>
    <p:sldId id="281" r:id="rId16"/>
    <p:sldId id="308" r:id="rId17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C9EF2E-6B9E-361E-9D66-626CAAF23EAC}" name="Fangnan Xu" initials="FX" userId="S::fangnan@UG.KTH.SE::83414896-823e-4d64-b183-64c493232bb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in Söderkvist" initials="MS" lastIdx="9" clrIdx="0">
    <p:extLst>
      <p:ext uri="{19B8F6BF-5375-455C-9EA6-DF929625EA0E}">
        <p15:presenceInfo xmlns:p15="http://schemas.microsoft.com/office/powerpoint/2012/main" userId="S-1-5-21-1948194976-2510558922-1916008050-10773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8489"/>
    <a:srgbClr val="65656C"/>
    <a:srgbClr val="D02F80"/>
    <a:srgbClr val="1954A6"/>
    <a:srgbClr val="5E87C0"/>
    <a:srgbClr val="2191C4"/>
    <a:srgbClr val="D95999"/>
    <a:srgbClr val="62922E"/>
    <a:srgbClr val="AFC92B"/>
    <a:srgbClr val="D85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5569" autoAdjust="0"/>
  </p:normalViewPr>
  <p:slideViewPr>
    <p:cSldViewPr snapToGrid="0">
      <p:cViewPr>
        <p:scale>
          <a:sx n="82" d="100"/>
          <a:sy n="82" d="100"/>
        </p:scale>
        <p:origin x="24" y="1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960A68EE-FC1D-154D-B0B2-8F10538CA1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4D638D7-DEA4-1247-A9EB-8982C7537D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482C1D7-B25D-44E6-A2D0-D10D1D9E6077}" type="datetimeFigureOut">
              <a:rPr lang="en-GB"/>
              <a:pPr>
                <a:defRPr/>
              </a:pPr>
              <a:t>20/01/2026</a:t>
            </a:fld>
            <a:endParaRPr lang="en-GB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D4AEC7E-9E0A-F348-8BEB-360ABEA852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6838CD8-B67A-DE4B-9D64-CF9FD9C9A6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3538062-B7CA-4502-88E7-928089303C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253AAA87-6F70-2F43-9A3C-FA3D36237E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5F49FED-13B4-B74A-AF1E-0B5D3706DE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7D4C97F-02FF-434B-8EAA-0F723077CD05}" type="datetimeFigureOut">
              <a:rPr lang="sv-SE"/>
              <a:pPr>
                <a:defRPr/>
              </a:pPr>
              <a:t>2026-01-20</a:t>
            </a:fld>
            <a:endParaRPr lang="sv-SE"/>
          </a:p>
        </p:txBody>
      </p:sp>
      <p:sp>
        <p:nvSpPr>
          <p:cNvPr id="4" name="Platshållare för bildobjekt 3">
            <a:extLst>
              <a:ext uri="{FF2B5EF4-FFF2-40B4-BE49-F238E27FC236}">
                <a16:creationId xmlns:a16="http://schemas.microsoft.com/office/drawing/2014/main" id="{4730BF3B-6153-7140-AD57-ECE26CA8A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sv-SE" noProof="0"/>
          </a:p>
        </p:txBody>
      </p:sp>
      <p:sp>
        <p:nvSpPr>
          <p:cNvPr id="5" name="Platshållare för anteckningar 4">
            <a:extLst>
              <a:ext uri="{FF2B5EF4-FFF2-40B4-BE49-F238E27FC236}">
                <a16:creationId xmlns:a16="http://schemas.microsoft.com/office/drawing/2014/main" id="{5D978D40-EB87-4440-802D-12F96A066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A429AAB-B1EE-6F47-B4D7-E30F7E497A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CE43AB95-16A5-8F4F-9927-6A8C0839F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E811775-299A-4959-BF5A-5DFB3E75F6A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811775-299A-4959-BF5A-5DFB3E75F6AC}" type="slidenum">
              <a:rPr lang="sv-SE" smtClean="0"/>
              <a:pPr>
                <a:defRPr/>
              </a:pPr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4071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231" t="40906" r="20988" b="17529"/>
          <a:stretch>
            <a:fillRect/>
          </a:stretch>
        </p:blipFill>
        <p:spPr bwMode="auto">
          <a:xfrm>
            <a:off x="250824" y="2542658"/>
            <a:ext cx="8642351" cy="2426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ubrik 1">
            <a:extLst>
              <a:ext uri="{FF2B5EF4-FFF2-40B4-BE49-F238E27FC236}">
                <a16:creationId xmlns:a16="http://schemas.microsoft.com/office/drawing/2014/main" id="{C2E0D84A-3EC1-DD40-8DA6-147FB563C3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548" y="1079437"/>
            <a:ext cx="8181215" cy="643695"/>
          </a:xfrm>
        </p:spPr>
        <p:txBody>
          <a:bodyPr lIns="90000" anchor="t">
            <a:noAutofit/>
          </a:bodyPr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sv-SE" dirty="0"/>
              <a:t>Klicka för att ändra rubrikformat</a:t>
            </a:r>
            <a:endParaRPr lang="en-GB" dirty="0"/>
          </a:p>
        </p:txBody>
      </p:sp>
      <p:sp>
        <p:nvSpPr>
          <p:cNvPr id="8" name="Underrubrik 2">
            <a:extLst>
              <a:ext uri="{FF2B5EF4-FFF2-40B4-BE49-F238E27FC236}">
                <a16:creationId xmlns:a16="http://schemas.microsoft.com/office/drawing/2014/main" id="{D9708450-9178-2141-98CC-ED5077AF0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548" y="1723132"/>
            <a:ext cx="8181215" cy="711031"/>
          </a:xfrm>
        </p:spPr>
        <p:txBody>
          <a:bodyPr lIns="108000" rIns="90000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grpSp>
        <p:nvGrpSpPr>
          <p:cNvPr id="12" name="Grupp 11">
            <a:extLst>
              <a:ext uri="{FF2B5EF4-FFF2-40B4-BE49-F238E27FC236}">
                <a16:creationId xmlns:a16="http://schemas.microsoft.com/office/drawing/2014/main" id="{E9331F4D-CFBF-B743-B11A-1C8047D3CFBE}"/>
              </a:ext>
            </a:extLst>
          </p:cNvPr>
          <p:cNvGrpSpPr/>
          <p:nvPr userDrawn="1"/>
        </p:nvGrpSpPr>
        <p:grpSpPr>
          <a:xfrm>
            <a:off x="0" y="0"/>
            <a:ext cx="1172780" cy="1181100"/>
            <a:chOff x="0" y="0"/>
            <a:chExt cx="1118774" cy="1126711"/>
          </a:xfrm>
          <a:noFill/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A58F791A-AC82-4241-9571-C01F81F86836}"/>
                </a:ext>
              </a:extLst>
            </p:cNvPr>
            <p:cNvPicPr>
              <a:picLocks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674" y="237964"/>
              <a:ext cx="641393" cy="6497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upp 13">
              <a:extLst>
                <a:ext uri="{FF2B5EF4-FFF2-40B4-BE49-F238E27FC236}">
                  <a16:creationId xmlns:a16="http://schemas.microsoft.com/office/drawing/2014/main" id="{8947ABFC-334D-4740-BE63-0A994ACCB7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0017" y="0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52" name="Rektangel 51">
                <a:extLst>
                  <a:ext uri="{FF2B5EF4-FFF2-40B4-BE49-F238E27FC236}">
                    <a16:creationId xmlns:a16="http://schemas.microsoft.com/office/drawing/2014/main" id="{9C1F2ABF-FD0A-7047-8941-99E4FF67871B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3" name="Rektangel 52">
                <a:extLst>
                  <a:ext uri="{FF2B5EF4-FFF2-40B4-BE49-F238E27FC236}">
                    <a16:creationId xmlns:a16="http://schemas.microsoft.com/office/drawing/2014/main" id="{9F776FDA-E8EC-9045-BD9F-45209E3A805F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4" name="Rektangel 53">
                <a:extLst>
                  <a:ext uri="{FF2B5EF4-FFF2-40B4-BE49-F238E27FC236}">
                    <a16:creationId xmlns:a16="http://schemas.microsoft.com/office/drawing/2014/main" id="{7024E031-C178-924F-A947-E6AB347889C7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5" name="Rektangel 54">
                <a:extLst>
                  <a:ext uri="{FF2B5EF4-FFF2-40B4-BE49-F238E27FC236}">
                    <a16:creationId xmlns:a16="http://schemas.microsoft.com/office/drawing/2014/main" id="{9C9F9DC5-A524-D145-9011-37CC11C6EC20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6" name="Rektangel 55">
                <a:extLst>
                  <a:ext uri="{FF2B5EF4-FFF2-40B4-BE49-F238E27FC236}">
                    <a16:creationId xmlns:a16="http://schemas.microsoft.com/office/drawing/2014/main" id="{64829C5F-978F-D747-8E8C-862213367EDC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7" name="Rektangel 56">
                <a:extLst>
                  <a:ext uri="{FF2B5EF4-FFF2-40B4-BE49-F238E27FC236}">
                    <a16:creationId xmlns:a16="http://schemas.microsoft.com/office/drawing/2014/main" id="{2B47CF5B-7594-274E-B9E9-81D1789F4950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8" name="Rektangel 57">
                <a:extLst>
                  <a:ext uri="{FF2B5EF4-FFF2-40B4-BE49-F238E27FC236}">
                    <a16:creationId xmlns:a16="http://schemas.microsoft.com/office/drawing/2014/main" id="{D1A397B8-832C-BE46-B490-8871281D0DD6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9" name="Rektangel 58">
                <a:extLst>
                  <a:ext uri="{FF2B5EF4-FFF2-40B4-BE49-F238E27FC236}">
                    <a16:creationId xmlns:a16="http://schemas.microsoft.com/office/drawing/2014/main" id="{DE1FD1AF-8E22-CE4C-B838-C310A32D3678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0" name="Rektangel 59">
                <a:extLst>
                  <a:ext uri="{FF2B5EF4-FFF2-40B4-BE49-F238E27FC236}">
                    <a16:creationId xmlns:a16="http://schemas.microsoft.com/office/drawing/2014/main" id="{1DC6E4F4-0565-C244-8DCD-B715E7E69CD9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15" name="Grupp 14">
              <a:extLst>
                <a:ext uri="{FF2B5EF4-FFF2-40B4-BE49-F238E27FC236}">
                  <a16:creationId xmlns:a16="http://schemas.microsoft.com/office/drawing/2014/main" id="{40184570-8C9F-D547-BFCF-47EDE34BEA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0017" y="887930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43" name="Rektangel 42">
                <a:extLst>
                  <a:ext uri="{FF2B5EF4-FFF2-40B4-BE49-F238E27FC236}">
                    <a16:creationId xmlns:a16="http://schemas.microsoft.com/office/drawing/2014/main" id="{A61EED33-3876-6C46-A702-773D24B265C3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4" name="Rektangel 43">
                <a:extLst>
                  <a:ext uri="{FF2B5EF4-FFF2-40B4-BE49-F238E27FC236}">
                    <a16:creationId xmlns:a16="http://schemas.microsoft.com/office/drawing/2014/main" id="{4D8A9A53-2174-6D4A-BBB7-03CDEA7B382A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5" name="Rektangel 44">
                <a:extLst>
                  <a:ext uri="{FF2B5EF4-FFF2-40B4-BE49-F238E27FC236}">
                    <a16:creationId xmlns:a16="http://schemas.microsoft.com/office/drawing/2014/main" id="{3EF5D968-9105-C94D-BE78-C3D31395CC25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6" name="Rektangel 45">
                <a:extLst>
                  <a:ext uri="{FF2B5EF4-FFF2-40B4-BE49-F238E27FC236}">
                    <a16:creationId xmlns:a16="http://schemas.microsoft.com/office/drawing/2014/main" id="{EC212671-72CA-9245-919A-6FA7C159FA15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7" name="Rektangel 46">
                <a:extLst>
                  <a:ext uri="{FF2B5EF4-FFF2-40B4-BE49-F238E27FC236}">
                    <a16:creationId xmlns:a16="http://schemas.microsoft.com/office/drawing/2014/main" id="{3A60D9C3-D2EA-4D42-87B8-128A9096F2C9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8" name="Rektangel 47">
                <a:extLst>
                  <a:ext uri="{FF2B5EF4-FFF2-40B4-BE49-F238E27FC236}">
                    <a16:creationId xmlns:a16="http://schemas.microsoft.com/office/drawing/2014/main" id="{DE94F348-690F-E540-9093-1C49199F26C1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9" name="Rektangel 48">
                <a:extLst>
                  <a:ext uri="{FF2B5EF4-FFF2-40B4-BE49-F238E27FC236}">
                    <a16:creationId xmlns:a16="http://schemas.microsoft.com/office/drawing/2014/main" id="{0F47886B-9D67-8945-B978-E3C389995422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0" name="Rektangel 49">
                <a:extLst>
                  <a:ext uri="{FF2B5EF4-FFF2-40B4-BE49-F238E27FC236}">
                    <a16:creationId xmlns:a16="http://schemas.microsoft.com/office/drawing/2014/main" id="{B6E087E5-ED56-1F44-AB4D-4E5DC58625B2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1" name="Rektangel 50">
                <a:extLst>
                  <a:ext uri="{FF2B5EF4-FFF2-40B4-BE49-F238E27FC236}">
                    <a16:creationId xmlns:a16="http://schemas.microsoft.com/office/drawing/2014/main" id="{FEAE9DDC-8E15-554D-A9F9-32C9FD821303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16" name="Grupp 15">
              <a:extLst>
                <a:ext uri="{FF2B5EF4-FFF2-40B4-BE49-F238E27FC236}">
                  <a16:creationId xmlns:a16="http://schemas.microsoft.com/office/drawing/2014/main" id="{BBD191D5-8184-A045-B6FE-5411D0DCF5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443465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27" name="Rektangel 26">
                <a:extLst>
                  <a:ext uri="{FF2B5EF4-FFF2-40B4-BE49-F238E27FC236}">
                    <a16:creationId xmlns:a16="http://schemas.microsoft.com/office/drawing/2014/main" id="{8DFBCE1C-D3B2-5F49-A340-D59567749FAF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8" name="Rektangel 27">
                <a:extLst>
                  <a:ext uri="{FF2B5EF4-FFF2-40B4-BE49-F238E27FC236}">
                    <a16:creationId xmlns:a16="http://schemas.microsoft.com/office/drawing/2014/main" id="{1A697A31-3F22-3D42-AAC2-3D75D7AB3974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9" name="Rektangel 28">
                <a:extLst>
                  <a:ext uri="{FF2B5EF4-FFF2-40B4-BE49-F238E27FC236}">
                    <a16:creationId xmlns:a16="http://schemas.microsoft.com/office/drawing/2014/main" id="{1533B9DF-99E0-F148-98DF-1AE4E0DCB229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0" name="Rektangel 29">
                <a:extLst>
                  <a:ext uri="{FF2B5EF4-FFF2-40B4-BE49-F238E27FC236}">
                    <a16:creationId xmlns:a16="http://schemas.microsoft.com/office/drawing/2014/main" id="{AC0994CB-1562-C84A-BC07-C3E433681627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8" name="Rektangel 37">
                <a:extLst>
                  <a:ext uri="{FF2B5EF4-FFF2-40B4-BE49-F238E27FC236}">
                    <a16:creationId xmlns:a16="http://schemas.microsoft.com/office/drawing/2014/main" id="{1C45B92F-660A-FE46-AB66-EC8D8127EEE6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9" name="Rektangel 38">
                <a:extLst>
                  <a:ext uri="{FF2B5EF4-FFF2-40B4-BE49-F238E27FC236}">
                    <a16:creationId xmlns:a16="http://schemas.microsoft.com/office/drawing/2014/main" id="{6BFB85B6-8991-7A40-9E36-70642CC39972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0" name="Rektangel 39">
                <a:extLst>
                  <a:ext uri="{FF2B5EF4-FFF2-40B4-BE49-F238E27FC236}">
                    <a16:creationId xmlns:a16="http://schemas.microsoft.com/office/drawing/2014/main" id="{DA01DD59-2BF2-D44E-92BC-D4F5118FF537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1" name="Rektangel 40">
                <a:extLst>
                  <a:ext uri="{FF2B5EF4-FFF2-40B4-BE49-F238E27FC236}">
                    <a16:creationId xmlns:a16="http://schemas.microsoft.com/office/drawing/2014/main" id="{A044860E-CE54-C645-8C96-DCC0027B3850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2" name="Rektangel 41">
                <a:extLst>
                  <a:ext uri="{FF2B5EF4-FFF2-40B4-BE49-F238E27FC236}">
                    <a16:creationId xmlns:a16="http://schemas.microsoft.com/office/drawing/2014/main" id="{040B73E1-2341-A342-9BFA-9F9DC4E47D90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17" name="Grupp 16">
              <a:extLst>
                <a:ext uri="{FF2B5EF4-FFF2-40B4-BE49-F238E27FC236}">
                  <a16:creationId xmlns:a16="http://schemas.microsoft.com/office/drawing/2014/main" id="{C01C7D92-822D-F247-888A-51CDBE3208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80067" y="443465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18" name="Rektangel 17">
                <a:extLst>
                  <a:ext uri="{FF2B5EF4-FFF2-40B4-BE49-F238E27FC236}">
                    <a16:creationId xmlns:a16="http://schemas.microsoft.com/office/drawing/2014/main" id="{65FEDA4E-E961-0D49-94DF-571AD02244A0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9" name="Rektangel 18">
                <a:extLst>
                  <a:ext uri="{FF2B5EF4-FFF2-40B4-BE49-F238E27FC236}">
                    <a16:creationId xmlns:a16="http://schemas.microsoft.com/office/drawing/2014/main" id="{9E90C081-1629-9147-9B51-6494A7B4DB18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0" name="Rektangel 19">
                <a:extLst>
                  <a:ext uri="{FF2B5EF4-FFF2-40B4-BE49-F238E27FC236}">
                    <a16:creationId xmlns:a16="http://schemas.microsoft.com/office/drawing/2014/main" id="{EEB32951-A8BB-ED4E-BAAB-C0E1FE85F8EB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1" name="Rektangel 20">
                <a:extLst>
                  <a:ext uri="{FF2B5EF4-FFF2-40B4-BE49-F238E27FC236}">
                    <a16:creationId xmlns:a16="http://schemas.microsoft.com/office/drawing/2014/main" id="{0A8A807A-65D9-C54E-98D6-5949FCEA8DFA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2" name="Rektangel 21">
                <a:extLst>
                  <a:ext uri="{FF2B5EF4-FFF2-40B4-BE49-F238E27FC236}">
                    <a16:creationId xmlns:a16="http://schemas.microsoft.com/office/drawing/2014/main" id="{C94C2C1C-9987-A64A-A424-C3C8AAF83EAE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3" name="Rektangel 22">
                <a:extLst>
                  <a:ext uri="{FF2B5EF4-FFF2-40B4-BE49-F238E27FC236}">
                    <a16:creationId xmlns:a16="http://schemas.microsoft.com/office/drawing/2014/main" id="{BA62EF01-C788-684D-AEAC-5899616A01B7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4" name="Rektangel 23">
                <a:extLst>
                  <a:ext uri="{FF2B5EF4-FFF2-40B4-BE49-F238E27FC236}">
                    <a16:creationId xmlns:a16="http://schemas.microsoft.com/office/drawing/2014/main" id="{F52962C9-79CF-D24A-AFEF-4F2634BF4BF0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5" name="Rektangel 24">
                <a:extLst>
                  <a:ext uri="{FF2B5EF4-FFF2-40B4-BE49-F238E27FC236}">
                    <a16:creationId xmlns:a16="http://schemas.microsoft.com/office/drawing/2014/main" id="{CF48E26C-2B9A-4442-BC4B-E4588287A02E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6" name="Rektangel 25">
                <a:extLst>
                  <a:ext uri="{FF2B5EF4-FFF2-40B4-BE49-F238E27FC236}">
                    <a16:creationId xmlns:a16="http://schemas.microsoft.com/office/drawing/2014/main" id="{C0DCEE72-5D28-C148-828F-B74EE134472D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cxnSp>
        <p:nvCxnSpPr>
          <p:cNvPr id="123" name="Rak 122">
            <a:extLst>
              <a:ext uri="{FF2B5EF4-FFF2-40B4-BE49-F238E27FC236}">
                <a16:creationId xmlns:a16="http://schemas.microsoft.com/office/drawing/2014/main" id="{5097A8E5-A6B9-EE40-A302-C6CF112729E0}"/>
              </a:ext>
            </a:extLst>
          </p:cNvPr>
          <p:cNvCxnSpPr>
            <a:cxnSpLocks/>
          </p:cNvCxnSpPr>
          <p:nvPr userDrawn="1"/>
        </p:nvCxnSpPr>
        <p:spPr>
          <a:xfrm>
            <a:off x="247666" y="4891747"/>
            <a:ext cx="8645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7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/>
          <p:cNvSpPr>
            <a:spLocks noChangeShapeType="1"/>
          </p:cNvSpPr>
          <p:nvPr/>
        </p:nvSpPr>
        <p:spPr bwMode="gray">
          <a:xfrm>
            <a:off x="-1376363" y="4197350"/>
            <a:ext cx="0" cy="0"/>
          </a:xfrm>
          <a:prstGeom prst="line">
            <a:avLst/>
          </a:prstGeom>
          <a:noFill/>
          <a:ln w="3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3" name="AutoShape 14"/>
          <p:cNvSpPr>
            <a:spLocks noChangeAspect="1" noChangeArrowheads="1" noTextEdit="1"/>
          </p:cNvSpPr>
          <p:nvPr/>
        </p:nvSpPr>
        <p:spPr bwMode="auto">
          <a:xfrm>
            <a:off x="-3582988" y="3049588"/>
            <a:ext cx="14508163" cy="174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/>
          </a:p>
        </p:txBody>
      </p:sp>
      <p:pic>
        <p:nvPicPr>
          <p:cNvPr id="5" name="Bildobjekt 1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8051" y="333780"/>
            <a:ext cx="1381125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Bildobjekt 18">
            <a:extLst>
              <a:ext uri="{FF2B5EF4-FFF2-40B4-BE49-F238E27FC236}">
                <a16:creationId xmlns:a16="http://schemas.microsoft.com/office/drawing/2014/main" id="{9818D67E-72BB-EF4D-8650-DA1146FF8B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231" t="40906" r="20988" b="17529"/>
          <a:stretch>
            <a:fillRect/>
          </a:stretch>
        </p:blipFill>
        <p:spPr bwMode="auto">
          <a:xfrm>
            <a:off x="250824" y="2542658"/>
            <a:ext cx="8642351" cy="2426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upp 14">
            <a:extLst>
              <a:ext uri="{FF2B5EF4-FFF2-40B4-BE49-F238E27FC236}">
                <a16:creationId xmlns:a16="http://schemas.microsoft.com/office/drawing/2014/main" id="{0863DBC1-93FB-FC4F-8A6E-D08EB15A346A}"/>
              </a:ext>
            </a:extLst>
          </p:cNvPr>
          <p:cNvGrpSpPr/>
          <p:nvPr userDrawn="1"/>
        </p:nvGrpSpPr>
        <p:grpSpPr>
          <a:xfrm>
            <a:off x="0" y="0"/>
            <a:ext cx="1172780" cy="1181100"/>
            <a:chOff x="0" y="0"/>
            <a:chExt cx="1118774" cy="1126711"/>
          </a:xfrm>
          <a:noFill/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5016C568-ADC6-B448-9875-EC43010139E3}"/>
                </a:ext>
              </a:extLst>
            </p:cNvPr>
            <p:cNvPicPr>
              <a:picLocks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674" y="237964"/>
              <a:ext cx="641393" cy="6497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" name="Grupp 16">
              <a:extLst>
                <a:ext uri="{FF2B5EF4-FFF2-40B4-BE49-F238E27FC236}">
                  <a16:creationId xmlns:a16="http://schemas.microsoft.com/office/drawing/2014/main" id="{15EAD1A5-2C50-F14C-A922-42AECE9F76A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0017" y="0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56" name="Rektangel 55">
                <a:extLst>
                  <a:ext uri="{FF2B5EF4-FFF2-40B4-BE49-F238E27FC236}">
                    <a16:creationId xmlns:a16="http://schemas.microsoft.com/office/drawing/2014/main" id="{625FD33E-FA80-8E47-89FC-DCCC2A3C2D16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7" name="Rektangel 56">
                <a:extLst>
                  <a:ext uri="{FF2B5EF4-FFF2-40B4-BE49-F238E27FC236}">
                    <a16:creationId xmlns:a16="http://schemas.microsoft.com/office/drawing/2014/main" id="{8F10E0A5-B8EE-BE47-BC4E-24E1DDB174BC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8" name="Rektangel 57">
                <a:extLst>
                  <a:ext uri="{FF2B5EF4-FFF2-40B4-BE49-F238E27FC236}">
                    <a16:creationId xmlns:a16="http://schemas.microsoft.com/office/drawing/2014/main" id="{28EFCF7D-6529-C142-93C9-90598C42E621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9" name="Rektangel 58">
                <a:extLst>
                  <a:ext uri="{FF2B5EF4-FFF2-40B4-BE49-F238E27FC236}">
                    <a16:creationId xmlns:a16="http://schemas.microsoft.com/office/drawing/2014/main" id="{9AF22970-B936-314A-824B-D4DF2AC4B854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0" name="Rektangel 59">
                <a:extLst>
                  <a:ext uri="{FF2B5EF4-FFF2-40B4-BE49-F238E27FC236}">
                    <a16:creationId xmlns:a16="http://schemas.microsoft.com/office/drawing/2014/main" id="{60A421F4-0D3B-8043-8234-162B9DF4AEA4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1" name="Rektangel 60">
                <a:extLst>
                  <a:ext uri="{FF2B5EF4-FFF2-40B4-BE49-F238E27FC236}">
                    <a16:creationId xmlns:a16="http://schemas.microsoft.com/office/drawing/2014/main" id="{2DB35B1D-2369-204C-9135-78149F469654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2" name="Rektangel 61">
                <a:extLst>
                  <a:ext uri="{FF2B5EF4-FFF2-40B4-BE49-F238E27FC236}">
                    <a16:creationId xmlns:a16="http://schemas.microsoft.com/office/drawing/2014/main" id="{F51D08D7-925E-C84D-8090-F610717A86D9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3" name="Rektangel 62">
                <a:extLst>
                  <a:ext uri="{FF2B5EF4-FFF2-40B4-BE49-F238E27FC236}">
                    <a16:creationId xmlns:a16="http://schemas.microsoft.com/office/drawing/2014/main" id="{E8F003AD-FABE-EE4D-BA89-B2742335EC11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4" name="Rektangel 63">
                <a:extLst>
                  <a:ext uri="{FF2B5EF4-FFF2-40B4-BE49-F238E27FC236}">
                    <a16:creationId xmlns:a16="http://schemas.microsoft.com/office/drawing/2014/main" id="{ABB6F5C6-C885-7942-A935-9C0B32B8A983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26" name="Grupp 25">
              <a:extLst>
                <a:ext uri="{FF2B5EF4-FFF2-40B4-BE49-F238E27FC236}">
                  <a16:creationId xmlns:a16="http://schemas.microsoft.com/office/drawing/2014/main" id="{E37A3EC7-B403-FB41-9F91-C41E66E1C3F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0017" y="887930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47" name="Rektangel 46">
                <a:extLst>
                  <a:ext uri="{FF2B5EF4-FFF2-40B4-BE49-F238E27FC236}">
                    <a16:creationId xmlns:a16="http://schemas.microsoft.com/office/drawing/2014/main" id="{35D35AD7-6B39-F943-A943-C994051A3591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8" name="Rektangel 47">
                <a:extLst>
                  <a:ext uri="{FF2B5EF4-FFF2-40B4-BE49-F238E27FC236}">
                    <a16:creationId xmlns:a16="http://schemas.microsoft.com/office/drawing/2014/main" id="{F607BB48-BBCD-3647-80C2-C6260F62508D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9" name="Rektangel 48">
                <a:extLst>
                  <a:ext uri="{FF2B5EF4-FFF2-40B4-BE49-F238E27FC236}">
                    <a16:creationId xmlns:a16="http://schemas.microsoft.com/office/drawing/2014/main" id="{3A00F74D-012D-744D-8CD4-86F3025176A9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0" name="Rektangel 49">
                <a:extLst>
                  <a:ext uri="{FF2B5EF4-FFF2-40B4-BE49-F238E27FC236}">
                    <a16:creationId xmlns:a16="http://schemas.microsoft.com/office/drawing/2014/main" id="{25EFBEB2-E669-4441-A2A7-8EA23B468366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1" name="Rektangel 50">
                <a:extLst>
                  <a:ext uri="{FF2B5EF4-FFF2-40B4-BE49-F238E27FC236}">
                    <a16:creationId xmlns:a16="http://schemas.microsoft.com/office/drawing/2014/main" id="{478148B7-7D92-B443-9A7B-461278601ADC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2" name="Rektangel 51">
                <a:extLst>
                  <a:ext uri="{FF2B5EF4-FFF2-40B4-BE49-F238E27FC236}">
                    <a16:creationId xmlns:a16="http://schemas.microsoft.com/office/drawing/2014/main" id="{33F102BC-AE06-C04F-ABBD-6954A9357DA6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3" name="Rektangel 52">
                <a:extLst>
                  <a:ext uri="{FF2B5EF4-FFF2-40B4-BE49-F238E27FC236}">
                    <a16:creationId xmlns:a16="http://schemas.microsoft.com/office/drawing/2014/main" id="{F1168AA4-3F32-6345-AEAD-E2EF2358B8F2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4" name="Rektangel 53">
                <a:extLst>
                  <a:ext uri="{FF2B5EF4-FFF2-40B4-BE49-F238E27FC236}">
                    <a16:creationId xmlns:a16="http://schemas.microsoft.com/office/drawing/2014/main" id="{EF2E7D3E-0E67-9A48-85F5-C51E73D42874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5" name="Rektangel 54">
                <a:extLst>
                  <a:ext uri="{FF2B5EF4-FFF2-40B4-BE49-F238E27FC236}">
                    <a16:creationId xmlns:a16="http://schemas.microsoft.com/office/drawing/2014/main" id="{34ECFF50-188A-EF4D-ABC2-ECFAF9D440AE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F68676DE-7159-B449-A14D-06BBB64ECB8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443465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38" name="Rektangel 37">
                <a:extLst>
                  <a:ext uri="{FF2B5EF4-FFF2-40B4-BE49-F238E27FC236}">
                    <a16:creationId xmlns:a16="http://schemas.microsoft.com/office/drawing/2014/main" id="{A435E150-EB57-B44A-8293-2C19C271A956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9" name="Rektangel 38">
                <a:extLst>
                  <a:ext uri="{FF2B5EF4-FFF2-40B4-BE49-F238E27FC236}">
                    <a16:creationId xmlns:a16="http://schemas.microsoft.com/office/drawing/2014/main" id="{53C0B4FF-3765-4840-8E0A-9AA936D37216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0" name="Rektangel 39">
                <a:extLst>
                  <a:ext uri="{FF2B5EF4-FFF2-40B4-BE49-F238E27FC236}">
                    <a16:creationId xmlns:a16="http://schemas.microsoft.com/office/drawing/2014/main" id="{A60EFB5C-D38B-D849-AB68-371460E2B1DC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1" name="Rektangel 40">
                <a:extLst>
                  <a:ext uri="{FF2B5EF4-FFF2-40B4-BE49-F238E27FC236}">
                    <a16:creationId xmlns:a16="http://schemas.microsoft.com/office/drawing/2014/main" id="{A71C6519-4CCC-D74C-A050-B08BE3BFE6AE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2" name="Rektangel 41">
                <a:extLst>
                  <a:ext uri="{FF2B5EF4-FFF2-40B4-BE49-F238E27FC236}">
                    <a16:creationId xmlns:a16="http://schemas.microsoft.com/office/drawing/2014/main" id="{8625C522-5195-CA45-9C5A-7279ED5AF410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3" name="Rektangel 42">
                <a:extLst>
                  <a:ext uri="{FF2B5EF4-FFF2-40B4-BE49-F238E27FC236}">
                    <a16:creationId xmlns:a16="http://schemas.microsoft.com/office/drawing/2014/main" id="{B21F9AF9-65C3-BA4E-9064-122DC8A4A494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4" name="Rektangel 43">
                <a:extLst>
                  <a:ext uri="{FF2B5EF4-FFF2-40B4-BE49-F238E27FC236}">
                    <a16:creationId xmlns:a16="http://schemas.microsoft.com/office/drawing/2014/main" id="{7D8AAB2F-C807-4C4C-871F-F2E3846FF9FC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5" name="Rektangel 44">
                <a:extLst>
                  <a:ext uri="{FF2B5EF4-FFF2-40B4-BE49-F238E27FC236}">
                    <a16:creationId xmlns:a16="http://schemas.microsoft.com/office/drawing/2014/main" id="{0CCC44B3-D0FF-D14E-A1C6-B6CFB2D23374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6" name="Rektangel 45">
                <a:extLst>
                  <a:ext uri="{FF2B5EF4-FFF2-40B4-BE49-F238E27FC236}">
                    <a16:creationId xmlns:a16="http://schemas.microsoft.com/office/drawing/2014/main" id="{3E7AF6E4-A19E-CB48-A8B3-F17A97DA27ED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28" name="Grupp 27">
              <a:extLst>
                <a:ext uri="{FF2B5EF4-FFF2-40B4-BE49-F238E27FC236}">
                  <a16:creationId xmlns:a16="http://schemas.microsoft.com/office/drawing/2014/main" id="{4D7939D2-013B-8D43-AF56-65E8308D44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80067" y="443465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29" name="Rektangel 28">
                <a:extLst>
                  <a:ext uri="{FF2B5EF4-FFF2-40B4-BE49-F238E27FC236}">
                    <a16:creationId xmlns:a16="http://schemas.microsoft.com/office/drawing/2014/main" id="{2B38132A-7F88-3148-A4FC-2DA07E2A634F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0" name="Rektangel 29">
                <a:extLst>
                  <a:ext uri="{FF2B5EF4-FFF2-40B4-BE49-F238E27FC236}">
                    <a16:creationId xmlns:a16="http://schemas.microsoft.com/office/drawing/2014/main" id="{5209F07D-76ED-C14B-B4D2-A7765896DEBC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1" name="Rektangel 30">
                <a:extLst>
                  <a:ext uri="{FF2B5EF4-FFF2-40B4-BE49-F238E27FC236}">
                    <a16:creationId xmlns:a16="http://schemas.microsoft.com/office/drawing/2014/main" id="{A32CA292-5FF0-A747-8736-F788E8B5030A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2" name="Rektangel 31">
                <a:extLst>
                  <a:ext uri="{FF2B5EF4-FFF2-40B4-BE49-F238E27FC236}">
                    <a16:creationId xmlns:a16="http://schemas.microsoft.com/office/drawing/2014/main" id="{AF774941-1457-FE4F-99C0-D11026CE8C84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3" name="Rektangel 32">
                <a:extLst>
                  <a:ext uri="{FF2B5EF4-FFF2-40B4-BE49-F238E27FC236}">
                    <a16:creationId xmlns:a16="http://schemas.microsoft.com/office/drawing/2014/main" id="{A552B882-FA01-D642-91BA-E072AF506A10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4" name="Rektangel 33">
                <a:extLst>
                  <a:ext uri="{FF2B5EF4-FFF2-40B4-BE49-F238E27FC236}">
                    <a16:creationId xmlns:a16="http://schemas.microsoft.com/office/drawing/2014/main" id="{10860FD5-FD3F-A44E-A3A2-6ACBE91E3C41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5" name="Rektangel 34">
                <a:extLst>
                  <a:ext uri="{FF2B5EF4-FFF2-40B4-BE49-F238E27FC236}">
                    <a16:creationId xmlns:a16="http://schemas.microsoft.com/office/drawing/2014/main" id="{7864E4F5-5000-7D43-8D12-8117255CB092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6" name="Rektangel 35">
                <a:extLst>
                  <a:ext uri="{FF2B5EF4-FFF2-40B4-BE49-F238E27FC236}">
                    <a16:creationId xmlns:a16="http://schemas.microsoft.com/office/drawing/2014/main" id="{63FCD91C-D163-694C-A6A2-A8777BB9D7EF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7" name="Rektangel 36">
                <a:extLst>
                  <a:ext uri="{FF2B5EF4-FFF2-40B4-BE49-F238E27FC236}">
                    <a16:creationId xmlns:a16="http://schemas.microsoft.com/office/drawing/2014/main" id="{C530E33C-0CCE-EA45-BFBA-21B929A17D1A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cxnSp>
        <p:nvCxnSpPr>
          <p:cNvPr id="65" name="Rak 64">
            <a:extLst>
              <a:ext uri="{FF2B5EF4-FFF2-40B4-BE49-F238E27FC236}">
                <a16:creationId xmlns:a16="http://schemas.microsoft.com/office/drawing/2014/main" id="{FFF58A14-E24D-2646-87F0-D570B46FC445}"/>
              </a:ext>
            </a:extLst>
          </p:cNvPr>
          <p:cNvCxnSpPr>
            <a:cxnSpLocks/>
          </p:cNvCxnSpPr>
          <p:nvPr userDrawn="1"/>
        </p:nvCxnSpPr>
        <p:spPr>
          <a:xfrm>
            <a:off x="247666" y="4891747"/>
            <a:ext cx="8645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ubrik 1">
            <a:extLst>
              <a:ext uri="{FF2B5EF4-FFF2-40B4-BE49-F238E27FC236}">
                <a16:creationId xmlns:a16="http://schemas.microsoft.com/office/drawing/2014/main" id="{3997965E-37C7-4D41-8C47-88DEC7D855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548" y="1079437"/>
            <a:ext cx="8181215" cy="643695"/>
          </a:xfrm>
        </p:spPr>
        <p:txBody>
          <a:bodyPr lIns="90000" anchor="t">
            <a:noAutofit/>
          </a:bodyPr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sv-SE" dirty="0"/>
              <a:t>Klicka för att ändra rubrikformat</a:t>
            </a:r>
            <a:endParaRPr lang="en-GB" dirty="0"/>
          </a:p>
        </p:txBody>
      </p:sp>
      <p:sp>
        <p:nvSpPr>
          <p:cNvPr id="67" name="Underrubrik 2">
            <a:extLst>
              <a:ext uri="{FF2B5EF4-FFF2-40B4-BE49-F238E27FC236}">
                <a16:creationId xmlns:a16="http://schemas.microsoft.com/office/drawing/2014/main" id="{BE9565E6-B7A1-5E48-B793-BFB8048C9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548" y="1723132"/>
            <a:ext cx="8181215" cy="711031"/>
          </a:xfrm>
        </p:spPr>
        <p:txBody>
          <a:bodyPr lIns="108000" rIns="90000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685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2C2D5F-EA7C-6946-8E8C-7B84A7CC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42A2319-CD13-BE4D-9C63-5A9EBFDCEC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7540BA4-CF98-2846-8D40-8EA647BC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latshållare för innehåll 10">
            <a:extLst>
              <a:ext uri="{FF2B5EF4-FFF2-40B4-BE49-F238E27FC236}">
                <a16:creationId xmlns:a16="http://schemas.microsoft.com/office/drawing/2014/main" id="{C55E1E5B-E1F9-C645-91AF-7753BF8D8E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2000" y="1112400"/>
            <a:ext cx="7559674" cy="3612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300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EF5597-77F0-434A-A2AB-0ACCE1CD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89E2E86-DCB5-5D40-AAC1-7A916712E6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D82F0C-0E2A-5546-8972-AA94798A63F5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C89D1DA-CF8E-0D44-9D15-51F73742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6AD6011F-45DB-6648-8334-1B4DC6E8EA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2000" y="1116000"/>
            <a:ext cx="3427344" cy="3781438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E71BD36F-2D19-AD42-B3D6-3BC155EE33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116000"/>
            <a:ext cx="3427341" cy="3781438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33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EF5597-77F0-434A-A2AB-0ACCE1CD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89E2E86-DCB5-5D40-AAC1-7A916712E6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7A7FA62-242B-154F-BDED-F228A40489AE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C89D1DA-CF8E-0D44-9D15-51F73742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6AD6011F-45DB-6648-8334-1B4DC6E8EA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2000" y="1458000"/>
            <a:ext cx="3427344" cy="3266400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E71BD36F-2D19-AD42-B3D6-3BC155EE33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458000"/>
            <a:ext cx="3427341" cy="3266400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5036AF80-4CD2-454D-A2BD-8376F1D80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2000" y="1051200"/>
            <a:ext cx="3427342" cy="327722"/>
          </a:xfrm>
        </p:spPr>
        <p:txBody>
          <a:bodyPr anchor="b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latshållare för text 4">
            <a:extLst>
              <a:ext uri="{FF2B5EF4-FFF2-40B4-BE49-F238E27FC236}">
                <a16:creationId xmlns:a16="http://schemas.microsoft.com/office/drawing/2014/main" id="{BD1EFFC8-506E-5A4A-B12B-1ED4D1958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2000" y="1051200"/>
            <a:ext cx="3427341" cy="327722"/>
          </a:xfrm>
        </p:spPr>
        <p:txBody>
          <a:bodyPr anchor="b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95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99213F7-29AE-3348-BA14-276452F1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EE58744-88EE-9F48-B53F-195692071B8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D45677C-6021-4B4B-8D00-4AA6DB0D4902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2052B00-675E-0049-A5DB-D785D629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4CD2FD66-7FAA-AE47-8A10-92EF24064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0825" y="1182688"/>
            <a:ext cx="8642350" cy="3541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777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99213F7-29AE-3348-BA14-276452F1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EE58744-88EE-9F48-B53F-195692071B8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1755ED-D54E-694B-A391-7B1A4BC3BA77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2052B00-675E-0049-A5DB-D785D629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4CD2FD66-7FAA-AE47-8A10-92EF24064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0825" y="1183342"/>
            <a:ext cx="4282057" cy="35410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Platshållare för bild 6">
            <a:extLst>
              <a:ext uri="{FF2B5EF4-FFF2-40B4-BE49-F238E27FC236}">
                <a16:creationId xmlns:a16="http://schemas.microsoft.com/office/drawing/2014/main" id="{F471D766-023C-E042-B60C-5AA70DCA12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11119" y="1183342"/>
            <a:ext cx="4282055" cy="35410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128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6286D3-8649-524C-AC90-FF2F6910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E417B25-3466-4D4E-9932-2BC6E1D868B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55EB1E9-4E18-5549-8E17-04A05D374244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73EF2-0F29-FC4E-8D8C-6C9A6BED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11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 15">
            <a:extLst>
              <a:ext uri="{FF2B5EF4-FFF2-40B4-BE49-F238E27FC236}">
                <a16:creationId xmlns:a16="http://schemas.microsoft.com/office/drawing/2014/main" id="{8FC9BCA9-8112-B140-ADE9-6824270029CC}"/>
              </a:ext>
            </a:extLst>
          </p:cNvPr>
          <p:cNvGrpSpPr/>
          <p:nvPr userDrawn="1"/>
        </p:nvGrpSpPr>
        <p:grpSpPr>
          <a:xfrm>
            <a:off x="0" y="0"/>
            <a:ext cx="1172780" cy="1181100"/>
            <a:chOff x="0" y="0"/>
            <a:chExt cx="1118774" cy="1126711"/>
          </a:xfrm>
          <a:noFill/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5CC0A999-4F7B-8C4E-8149-C4EAA0A4A500}"/>
                </a:ext>
              </a:extLst>
            </p:cNvPr>
            <p:cNvPicPr>
              <a:picLocks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674" y="237964"/>
              <a:ext cx="641393" cy="64978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" name="Grupp 17">
              <a:extLst>
                <a:ext uri="{FF2B5EF4-FFF2-40B4-BE49-F238E27FC236}">
                  <a16:creationId xmlns:a16="http://schemas.microsoft.com/office/drawing/2014/main" id="{69D53D63-D667-E84D-A90C-8D11EC9E4B5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0017" y="0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55" name="Rektangel 54">
                <a:extLst>
                  <a:ext uri="{FF2B5EF4-FFF2-40B4-BE49-F238E27FC236}">
                    <a16:creationId xmlns:a16="http://schemas.microsoft.com/office/drawing/2014/main" id="{9B6D8BC4-515D-A14B-BF16-35FC559D15C0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6" name="Rektangel 55">
                <a:extLst>
                  <a:ext uri="{FF2B5EF4-FFF2-40B4-BE49-F238E27FC236}">
                    <a16:creationId xmlns:a16="http://schemas.microsoft.com/office/drawing/2014/main" id="{6A8074B4-32D4-7D4D-99B1-C1E5BCA4C294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7" name="Rektangel 56">
                <a:extLst>
                  <a:ext uri="{FF2B5EF4-FFF2-40B4-BE49-F238E27FC236}">
                    <a16:creationId xmlns:a16="http://schemas.microsoft.com/office/drawing/2014/main" id="{5DF1CC6E-E23D-7846-B935-B6D685DE5D3F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8" name="Rektangel 57">
                <a:extLst>
                  <a:ext uri="{FF2B5EF4-FFF2-40B4-BE49-F238E27FC236}">
                    <a16:creationId xmlns:a16="http://schemas.microsoft.com/office/drawing/2014/main" id="{E0344D03-8FC1-6B4D-BBDE-3DAE45779BC4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9" name="Rektangel 58">
                <a:extLst>
                  <a:ext uri="{FF2B5EF4-FFF2-40B4-BE49-F238E27FC236}">
                    <a16:creationId xmlns:a16="http://schemas.microsoft.com/office/drawing/2014/main" id="{1ADEEFC8-FFFE-B543-9D4F-F5E7FFED0956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0" name="Rektangel 59">
                <a:extLst>
                  <a:ext uri="{FF2B5EF4-FFF2-40B4-BE49-F238E27FC236}">
                    <a16:creationId xmlns:a16="http://schemas.microsoft.com/office/drawing/2014/main" id="{F8D556CD-9A22-3549-83E4-AC3754C40CA8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1" name="Rektangel 60">
                <a:extLst>
                  <a:ext uri="{FF2B5EF4-FFF2-40B4-BE49-F238E27FC236}">
                    <a16:creationId xmlns:a16="http://schemas.microsoft.com/office/drawing/2014/main" id="{483B93B1-26EF-844F-BD73-0AB10B74D5DE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2" name="Rektangel 61">
                <a:extLst>
                  <a:ext uri="{FF2B5EF4-FFF2-40B4-BE49-F238E27FC236}">
                    <a16:creationId xmlns:a16="http://schemas.microsoft.com/office/drawing/2014/main" id="{54D47BB5-122C-2748-A219-5604D6DB5EAD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63" name="Rektangel 62">
                <a:extLst>
                  <a:ext uri="{FF2B5EF4-FFF2-40B4-BE49-F238E27FC236}">
                    <a16:creationId xmlns:a16="http://schemas.microsoft.com/office/drawing/2014/main" id="{39F3589B-0BFD-5640-9CF3-FAF5F7063F1A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19" name="Grupp 18">
              <a:extLst>
                <a:ext uri="{FF2B5EF4-FFF2-40B4-BE49-F238E27FC236}">
                  <a16:creationId xmlns:a16="http://schemas.microsoft.com/office/drawing/2014/main" id="{BFB3C6E5-14B8-784E-8FB1-95AADD2564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0017" y="887930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46" name="Rektangel 45">
                <a:extLst>
                  <a:ext uri="{FF2B5EF4-FFF2-40B4-BE49-F238E27FC236}">
                    <a16:creationId xmlns:a16="http://schemas.microsoft.com/office/drawing/2014/main" id="{8FF3B2D3-7968-8841-B69E-C92F6F383163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7" name="Rektangel 46">
                <a:extLst>
                  <a:ext uri="{FF2B5EF4-FFF2-40B4-BE49-F238E27FC236}">
                    <a16:creationId xmlns:a16="http://schemas.microsoft.com/office/drawing/2014/main" id="{9C6FD4FD-051C-7D44-A009-64B5F0CF97F5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8" name="Rektangel 47">
                <a:extLst>
                  <a:ext uri="{FF2B5EF4-FFF2-40B4-BE49-F238E27FC236}">
                    <a16:creationId xmlns:a16="http://schemas.microsoft.com/office/drawing/2014/main" id="{D122B4FC-27BC-B84C-9081-BA4D2B8110D6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9" name="Rektangel 48">
                <a:extLst>
                  <a:ext uri="{FF2B5EF4-FFF2-40B4-BE49-F238E27FC236}">
                    <a16:creationId xmlns:a16="http://schemas.microsoft.com/office/drawing/2014/main" id="{C2B70FAB-C9FA-2A44-9029-57E8DB422861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0" name="Rektangel 49">
                <a:extLst>
                  <a:ext uri="{FF2B5EF4-FFF2-40B4-BE49-F238E27FC236}">
                    <a16:creationId xmlns:a16="http://schemas.microsoft.com/office/drawing/2014/main" id="{A5278468-9F40-3949-88D4-236CB2B2ABC3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1" name="Rektangel 50">
                <a:extLst>
                  <a:ext uri="{FF2B5EF4-FFF2-40B4-BE49-F238E27FC236}">
                    <a16:creationId xmlns:a16="http://schemas.microsoft.com/office/drawing/2014/main" id="{14A7F17F-2E72-7B46-9CD0-02CCB8739BB5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2" name="Rektangel 51">
                <a:extLst>
                  <a:ext uri="{FF2B5EF4-FFF2-40B4-BE49-F238E27FC236}">
                    <a16:creationId xmlns:a16="http://schemas.microsoft.com/office/drawing/2014/main" id="{93801361-770D-6F40-89DC-EB545DDB8AFF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3" name="Rektangel 52">
                <a:extLst>
                  <a:ext uri="{FF2B5EF4-FFF2-40B4-BE49-F238E27FC236}">
                    <a16:creationId xmlns:a16="http://schemas.microsoft.com/office/drawing/2014/main" id="{08944139-F9F3-7943-BCEB-BE4B04164A28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54" name="Rektangel 53">
                <a:extLst>
                  <a:ext uri="{FF2B5EF4-FFF2-40B4-BE49-F238E27FC236}">
                    <a16:creationId xmlns:a16="http://schemas.microsoft.com/office/drawing/2014/main" id="{3A4FBAF0-741B-2149-90C7-535640089BF3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20" name="Grupp 19">
              <a:extLst>
                <a:ext uri="{FF2B5EF4-FFF2-40B4-BE49-F238E27FC236}">
                  <a16:creationId xmlns:a16="http://schemas.microsoft.com/office/drawing/2014/main" id="{58807A2E-9697-D74B-98B0-162AE36550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443465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37" name="Rektangel 36">
                <a:extLst>
                  <a:ext uri="{FF2B5EF4-FFF2-40B4-BE49-F238E27FC236}">
                    <a16:creationId xmlns:a16="http://schemas.microsoft.com/office/drawing/2014/main" id="{81418C15-36C2-3E44-A14C-7074CE448558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8" name="Rektangel 37">
                <a:extLst>
                  <a:ext uri="{FF2B5EF4-FFF2-40B4-BE49-F238E27FC236}">
                    <a16:creationId xmlns:a16="http://schemas.microsoft.com/office/drawing/2014/main" id="{44833AF8-4999-7D4F-AE3B-8B0F9A33DFDF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9" name="Rektangel 38">
                <a:extLst>
                  <a:ext uri="{FF2B5EF4-FFF2-40B4-BE49-F238E27FC236}">
                    <a16:creationId xmlns:a16="http://schemas.microsoft.com/office/drawing/2014/main" id="{FF4139E5-A452-9845-824A-43F6502DE50C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0" name="Rektangel 39">
                <a:extLst>
                  <a:ext uri="{FF2B5EF4-FFF2-40B4-BE49-F238E27FC236}">
                    <a16:creationId xmlns:a16="http://schemas.microsoft.com/office/drawing/2014/main" id="{183BB7F3-8509-4B45-9508-7FA6F428C163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1" name="Rektangel 40">
                <a:extLst>
                  <a:ext uri="{FF2B5EF4-FFF2-40B4-BE49-F238E27FC236}">
                    <a16:creationId xmlns:a16="http://schemas.microsoft.com/office/drawing/2014/main" id="{DE036BB2-A884-814F-B716-7468FF3E1938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2" name="Rektangel 41">
                <a:extLst>
                  <a:ext uri="{FF2B5EF4-FFF2-40B4-BE49-F238E27FC236}">
                    <a16:creationId xmlns:a16="http://schemas.microsoft.com/office/drawing/2014/main" id="{8C10D231-9633-4D40-8745-05CD67ACEB58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3" name="Rektangel 42">
                <a:extLst>
                  <a:ext uri="{FF2B5EF4-FFF2-40B4-BE49-F238E27FC236}">
                    <a16:creationId xmlns:a16="http://schemas.microsoft.com/office/drawing/2014/main" id="{23A536BF-0D41-6E4F-985C-BE1F16D015F7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4" name="Rektangel 43">
                <a:extLst>
                  <a:ext uri="{FF2B5EF4-FFF2-40B4-BE49-F238E27FC236}">
                    <a16:creationId xmlns:a16="http://schemas.microsoft.com/office/drawing/2014/main" id="{BA63BD33-740B-0441-BEB3-D86ED464D5A4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5" name="Rektangel 44">
                <a:extLst>
                  <a:ext uri="{FF2B5EF4-FFF2-40B4-BE49-F238E27FC236}">
                    <a16:creationId xmlns:a16="http://schemas.microsoft.com/office/drawing/2014/main" id="{56D57299-ADB2-AF45-A47F-34F0365988CE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21" name="Grupp 20">
              <a:extLst>
                <a:ext uri="{FF2B5EF4-FFF2-40B4-BE49-F238E27FC236}">
                  <a16:creationId xmlns:a16="http://schemas.microsoft.com/office/drawing/2014/main" id="{50B193BD-04F2-AD45-A802-45224EFD42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80067" y="443465"/>
              <a:ext cx="238707" cy="238781"/>
              <a:chOff x="2212991" y="4839051"/>
              <a:chExt cx="754419" cy="754653"/>
            </a:xfrm>
            <a:grpFill/>
          </p:grpSpPr>
          <p:sp>
            <p:nvSpPr>
              <p:cNvPr id="22" name="Rektangel 21">
                <a:extLst>
                  <a:ext uri="{FF2B5EF4-FFF2-40B4-BE49-F238E27FC236}">
                    <a16:creationId xmlns:a16="http://schemas.microsoft.com/office/drawing/2014/main" id="{B412C8AC-CE2A-8848-A20D-226D21F4CB5C}"/>
                  </a:ext>
                </a:extLst>
              </p:cNvPr>
              <p:cNvSpPr/>
              <p:nvPr userDrawn="1"/>
            </p:nvSpPr>
            <p:spPr>
              <a:xfrm>
                <a:off x="2212991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9" name="Rektangel 28">
                <a:extLst>
                  <a:ext uri="{FF2B5EF4-FFF2-40B4-BE49-F238E27FC236}">
                    <a16:creationId xmlns:a16="http://schemas.microsoft.com/office/drawing/2014/main" id="{FC864472-CE46-9A45-8003-AF4F1FF1F46F}"/>
                  </a:ext>
                </a:extLst>
              </p:cNvPr>
              <p:cNvSpPr/>
              <p:nvPr userDrawn="1"/>
            </p:nvSpPr>
            <p:spPr>
              <a:xfrm>
                <a:off x="2212991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0" name="Rektangel 29">
                <a:extLst>
                  <a:ext uri="{FF2B5EF4-FFF2-40B4-BE49-F238E27FC236}">
                    <a16:creationId xmlns:a16="http://schemas.microsoft.com/office/drawing/2014/main" id="{A55052CE-8A2D-5242-87E6-5FAE68A5F451}"/>
                  </a:ext>
                </a:extLst>
              </p:cNvPr>
              <p:cNvSpPr/>
              <p:nvPr userDrawn="1"/>
            </p:nvSpPr>
            <p:spPr>
              <a:xfrm>
                <a:off x="2212991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1" name="Rektangel 30">
                <a:extLst>
                  <a:ext uri="{FF2B5EF4-FFF2-40B4-BE49-F238E27FC236}">
                    <a16:creationId xmlns:a16="http://schemas.microsoft.com/office/drawing/2014/main" id="{C5C802A8-B3EB-504F-B960-8D1EB66A1C5F}"/>
                  </a:ext>
                </a:extLst>
              </p:cNvPr>
              <p:cNvSpPr/>
              <p:nvPr userDrawn="1"/>
            </p:nvSpPr>
            <p:spPr>
              <a:xfrm>
                <a:off x="2464464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2" name="Rektangel 31">
                <a:extLst>
                  <a:ext uri="{FF2B5EF4-FFF2-40B4-BE49-F238E27FC236}">
                    <a16:creationId xmlns:a16="http://schemas.microsoft.com/office/drawing/2014/main" id="{85EABCF9-7B70-3043-AFE1-619D293FE116}"/>
                  </a:ext>
                </a:extLst>
              </p:cNvPr>
              <p:cNvSpPr/>
              <p:nvPr userDrawn="1"/>
            </p:nvSpPr>
            <p:spPr>
              <a:xfrm>
                <a:off x="2715937" y="4839051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3" name="Rektangel 32">
                <a:extLst>
                  <a:ext uri="{FF2B5EF4-FFF2-40B4-BE49-F238E27FC236}">
                    <a16:creationId xmlns:a16="http://schemas.microsoft.com/office/drawing/2014/main" id="{479CB243-E35B-754D-AE34-43FD1DBAB312}"/>
                  </a:ext>
                </a:extLst>
              </p:cNvPr>
              <p:cNvSpPr/>
              <p:nvPr userDrawn="1"/>
            </p:nvSpPr>
            <p:spPr>
              <a:xfrm>
                <a:off x="2464464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4" name="Rektangel 33">
                <a:extLst>
                  <a:ext uri="{FF2B5EF4-FFF2-40B4-BE49-F238E27FC236}">
                    <a16:creationId xmlns:a16="http://schemas.microsoft.com/office/drawing/2014/main" id="{236D23C6-AA93-C048-892B-A29832BC0F45}"/>
                  </a:ext>
                </a:extLst>
              </p:cNvPr>
              <p:cNvSpPr/>
              <p:nvPr userDrawn="1"/>
            </p:nvSpPr>
            <p:spPr>
              <a:xfrm>
                <a:off x="2715937" y="5342153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5" name="Rektangel 34">
                <a:extLst>
                  <a:ext uri="{FF2B5EF4-FFF2-40B4-BE49-F238E27FC236}">
                    <a16:creationId xmlns:a16="http://schemas.microsoft.com/office/drawing/2014/main" id="{099F8E46-00A7-9B49-BA0B-443C1B18F619}"/>
                  </a:ext>
                </a:extLst>
              </p:cNvPr>
              <p:cNvSpPr/>
              <p:nvPr userDrawn="1"/>
            </p:nvSpPr>
            <p:spPr>
              <a:xfrm>
                <a:off x="2715937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36" name="Rektangel 35">
                <a:extLst>
                  <a:ext uri="{FF2B5EF4-FFF2-40B4-BE49-F238E27FC236}">
                    <a16:creationId xmlns:a16="http://schemas.microsoft.com/office/drawing/2014/main" id="{1F014AEE-BA9C-5B4F-A52F-FFC2BFC66238}"/>
                  </a:ext>
                </a:extLst>
              </p:cNvPr>
              <p:cNvSpPr/>
              <p:nvPr userDrawn="1"/>
            </p:nvSpPr>
            <p:spPr>
              <a:xfrm>
                <a:off x="2464464" y="5090602"/>
                <a:ext cx="251473" cy="251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cxnSp>
        <p:nvCxnSpPr>
          <p:cNvPr id="10" name="Rak 9">
            <a:extLst>
              <a:ext uri="{FF2B5EF4-FFF2-40B4-BE49-F238E27FC236}">
                <a16:creationId xmlns:a16="http://schemas.microsoft.com/office/drawing/2014/main" id="{F42879D5-222F-0640-AA87-3AC584B52044}"/>
              </a:ext>
            </a:extLst>
          </p:cNvPr>
          <p:cNvCxnSpPr>
            <a:cxnSpLocks/>
          </p:cNvCxnSpPr>
          <p:nvPr/>
        </p:nvCxnSpPr>
        <p:spPr>
          <a:xfrm>
            <a:off x="1625600" y="27255788"/>
            <a:ext cx="3957796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ak 8">
            <a:extLst>
              <a:ext uri="{FF2B5EF4-FFF2-40B4-BE49-F238E27FC236}">
                <a16:creationId xmlns:a16="http://schemas.microsoft.com/office/drawing/2014/main" id="{35A3ADBA-25A7-C947-B502-691111D0D9E5}"/>
              </a:ext>
            </a:extLst>
          </p:cNvPr>
          <p:cNvCxnSpPr>
            <a:cxnSpLocks/>
          </p:cNvCxnSpPr>
          <p:nvPr/>
        </p:nvCxnSpPr>
        <p:spPr>
          <a:xfrm>
            <a:off x="247666" y="4891747"/>
            <a:ext cx="86455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785D31C7-D918-594B-BEA4-908A2623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463" y="251752"/>
            <a:ext cx="7552857" cy="6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76CF093-1E8D-FF4F-B3C9-72A2B0815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2000" y="1112400"/>
            <a:ext cx="7572358" cy="3609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GB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7E4CD63-A723-E743-A7FA-6B31200F6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0825" y="4949520"/>
            <a:ext cx="2057400" cy="11747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rgbClr val="848489"/>
                </a:solidFill>
              </a:defRPr>
            </a:lvl1pPr>
          </a:lstStyle>
          <a:p>
            <a:fld id="{832A3DEB-92BA-404E-9210-96F4218B7138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844A7B9-8441-734E-B26B-9C9C5C04B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775" y="4949520"/>
            <a:ext cx="2057400" cy="11747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700">
                <a:solidFill>
                  <a:srgbClr val="848489"/>
                </a:solidFill>
              </a:defRPr>
            </a:lvl1pPr>
          </a:lstStyle>
          <a:p>
            <a:fld id="{C338348D-F2D3-AB47-AE2A-1D59B1E58D6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86" r:id="rId3"/>
    <p:sldLayoutId id="2147483800" r:id="rId4"/>
    <p:sldLayoutId id="2147483801" r:id="rId5"/>
    <p:sldLayoutId id="2147483803" r:id="rId6"/>
    <p:sldLayoutId id="2147483802" r:id="rId7"/>
    <p:sldLayoutId id="2147483799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222250" indent="-222250" algn="l" rtl="0" eaLnBrk="1" fontAlgn="base" hangingPunct="1">
        <a:lnSpc>
          <a:spcPct val="90000"/>
        </a:lnSpc>
        <a:spcBef>
          <a:spcPts val="1000"/>
        </a:spcBef>
        <a:spcAft>
          <a:spcPts val="200"/>
        </a:spcAft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6088" indent="-223838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Font typeface="Systemtypsnitt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69925" indent="-223838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Font typeface="Systemtypsnitt"/>
        <a:buChar char="&gt;"/>
        <a:tabLst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846138" indent="-176213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12838" indent="-266700" algn="l" rtl="0" eaLnBrk="1" fontAlgn="base" hangingPunct="1">
        <a:lnSpc>
          <a:spcPct val="90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36" userDrawn="1">
          <p15:clr>
            <a:srgbClr val="F26B43"/>
          </p15:clr>
        </p15:guide>
        <p15:guide id="4" pos="5443" userDrawn="1">
          <p15:clr>
            <a:srgbClr val="F26B43"/>
          </p15:clr>
        </p15:guide>
        <p15:guide id="5" orient="horz" pos="742" userDrawn="1">
          <p15:clr>
            <a:srgbClr val="F26B43"/>
          </p15:clr>
        </p15:guide>
        <p15:guide id="7" pos="158" userDrawn="1">
          <p15:clr>
            <a:srgbClr val="F26B43"/>
          </p15:clr>
        </p15:guide>
        <p15:guide id="9" orient="horz" pos="584" userDrawn="1">
          <p15:clr>
            <a:srgbClr val="F26B43"/>
          </p15:clr>
        </p15:guide>
        <p15:guide id="10" orient="horz" pos="156" userDrawn="1">
          <p15:clr>
            <a:srgbClr val="F26B43"/>
          </p15:clr>
        </p15:guide>
        <p15:guide id="11" pos="5602" userDrawn="1">
          <p15:clr>
            <a:srgbClr val="F26B43"/>
          </p15:clr>
        </p15:guide>
        <p15:guide id="12" pos="667" userDrawn="1">
          <p15:clr>
            <a:srgbClr val="F26B43"/>
          </p15:clr>
        </p15:guide>
        <p15:guide id="13" pos="580" userDrawn="1">
          <p15:clr>
            <a:srgbClr val="F26B43"/>
          </p15:clr>
        </p15:guide>
        <p15:guide id="15" orient="horz" pos="3085" userDrawn="1">
          <p15:clr>
            <a:srgbClr val="F26B43"/>
          </p15:clr>
        </p15:guide>
        <p15:guide id="16" orient="horz" pos="2976" userDrawn="1">
          <p15:clr>
            <a:srgbClr val="F26B43"/>
          </p15:clr>
        </p15:guide>
        <p15:guide id="17" pos="3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F11C3C-CCC9-3642-A8F3-F90CADF08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548" y="1265872"/>
            <a:ext cx="8181215" cy="643695"/>
          </a:xfrm>
        </p:spPr>
        <p:txBody>
          <a:bodyPr/>
          <a:lstStyle/>
          <a:p>
            <a:r>
              <a:rPr lang="en-GB" dirty="0"/>
              <a:t>L</a:t>
            </a:r>
            <a:r>
              <a:rPr lang="en-US" altLang="zh-CN" dirty="0"/>
              <a:t>ab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57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9DA710C-5B5B-BF41-8E67-58B4F6602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548" y="1289749"/>
            <a:ext cx="8181215" cy="643695"/>
          </a:xfrm>
        </p:spPr>
        <p:txBody>
          <a:bodyPr/>
          <a:lstStyle/>
          <a:p>
            <a:r>
              <a:rPr lang="en-GB" dirty="0"/>
              <a:t>Data processing and </a:t>
            </a:r>
            <a:r>
              <a:rPr lang="en-GB" dirty="0" err="1"/>
              <a:t>modeling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248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BB7CF-09CA-FD54-01BD-8A867C6D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086D-AD7D-09F6-9DA9-CDAB8E2E5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for Data Processing</a:t>
            </a:r>
            <a:endParaRPr lang="en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0980E-F10A-8148-C6C0-6D15C52B38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43B6F-B60B-CE09-CB75-CC6933F8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95BE7D-9D76-B187-4BF0-385D6338F8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Data Cleaning and Imputation</a:t>
            </a:r>
          </a:p>
          <a:p>
            <a:pPr>
              <a:lnSpc>
                <a:spcPct val="150000"/>
              </a:lnSpc>
            </a:pPr>
            <a:r>
              <a:rPr lang="sv-SE" sz="2000" dirty="0"/>
              <a:t>Data Transformation</a:t>
            </a:r>
          </a:p>
          <a:p>
            <a:pPr>
              <a:lnSpc>
                <a:spcPct val="150000"/>
              </a:lnSpc>
            </a:pPr>
            <a:r>
              <a:rPr lang="sv-SE" sz="2000" dirty="0"/>
              <a:t>Data Reductoin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61605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5C63-104E-5337-4310-B598A946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7">
            <a:extLst>
              <a:ext uri="{FF2B5EF4-FFF2-40B4-BE49-F238E27FC236}">
                <a16:creationId xmlns:a16="http://schemas.microsoft.com/office/drawing/2014/main" id="{A17722E1-F3C1-4ED2-CE2E-83C2D630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Goals of </a:t>
            </a:r>
            <a:r>
              <a:rPr lang="en-US" dirty="0"/>
              <a:t>Data Processing</a:t>
            </a:r>
            <a:endParaRPr lang="en-GB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FA6D099-3745-406F-2EB5-70C6B768E55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pPr/>
              <a:t>2026-01-20</a:t>
            </a:fld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B2F4D2E-A6CE-2319-A232-52E92338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51615CD2-2D6E-B4AB-DFB1-DFB3E9795C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Turn raw data into model-ready data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Remove errors, missing values, and noise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Make features comparable and numerically stable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Reduce redundancy and unnecessary complexity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7344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D3DEE-E3C0-1C1C-D2B2-AA140DBE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7">
            <a:extLst>
              <a:ext uri="{FF2B5EF4-FFF2-40B4-BE49-F238E27FC236}">
                <a16:creationId xmlns:a16="http://schemas.microsoft.com/office/drawing/2014/main" id="{28F44F78-CC7C-8B00-957B-48994D48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Disscussion</a:t>
            </a:r>
            <a:endParaRPr lang="en-GB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ECE197E-93E2-1E5D-7796-C4513AF92D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pPr/>
              <a:t>2026-01-20</a:t>
            </a:fld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E26BA87-D0E7-2BAE-B44F-5A25463B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64D695B0-BB2D-731D-6313-7EBE8ED35F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0463" y="1531500"/>
            <a:ext cx="7559674" cy="3612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000" dirty="0"/>
              <a:t>Ways to deal with missing or incorrect values?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How to choose appropriate methods to deal with missing or incorrect values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77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418A6-DEB6-DA5F-12DE-8A3AD8E8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7">
            <a:extLst>
              <a:ext uri="{FF2B5EF4-FFF2-40B4-BE49-F238E27FC236}">
                <a16:creationId xmlns:a16="http://schemas.microsoft.com/office/drawing/2014/main" id="{C44BDB3C-E31B-F322-62A2-DE6470C3C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 Processing</a:t>
            </a:r>
            <a:endParaRPr lang="en-GB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94B950-0AA6-C9B6-7501-E6814AF16C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pPr/>
              <a:t>2026-01-20</a:t>
            </a:fld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C1D91BC8-C3ED-1861-D012-1C74863E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79AEC075-CB72-1656-F773-08EB17F694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0463" y="1078965"/>
            <a:ext cx="7559674" cy="3612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To file lab2_processing.ipynb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410F4-C48D-042A-1B08-E2AADEED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6474"/>
            <a:ext cx="9144000" cy="64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8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5DC37C1-D8A0-DA41-9721-23DD355AF2E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pPr/>
              <a:t>2026-01-20</a:t>
            </a:fld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1042904-6C12-3C45-8180-36DC2B53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1ACA8915-11D9-104B-B56A-314C1C6FBA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DYO: </a:t>
            </a:r>
          </a:p>
          <a:p>
            <a:pPr marL="0" indent="0">
              <a:buNone/>
            </a:pPr>
            <a:r>
              <a:rPr lang="en-GB" altLang="zh-CN" sz="2000" dirty="0"/>
              <a:t>Play around with </a:t>
            </a:r>
            <a:r>
              <a:rPr lang="en-US" altLang="zh-CN" sz="2000" dirty="0"/>
              <a:t>lab2_processing, </a:t>
            </a:r>
            <a:r>
              <a:rPr lang="en-GB" altLang="zh-CN" sz="2000" dirty="0"/>
              <a:t>ask questions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Break:</a:t>
            </a:r>
          </a:p>
          <a:p>
            <a:pPr marL="0" indent="0">
              <a:buNone/>
            </a:pPr>
            <a:r>
              <a:rPr lang="en-GB" sz="2000" dirty="0"/>
              <a:t>From 11:00 -11:15</a:t>
            </a:r>
          </a:p>
        </p:txBody>
      </p:sp>
      <p:sp>
        <p:nvSpPr>
          <p:cNvPr id="7" name="Rubrik 7">
            <a:extLst>
              <a:ext uri="{FF2B5EF4-FFF2-40B4-BE49-F238E27FC236}">
                <a16:creationId xmlns:a16="http://schemas.microsoft.com/office/drawing/2014/main" id="{2D7DD3D9-6919-0D8A-2C77-8F05FB52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463" y="251752"/>
            <a:ext cx="7552857" cy="673874"/>
          </a:xfrm>
        </p:spPr>
        <p:txBody>
          <a:bodyPr/>
          <a:lstStyle/>
          <a:p>
            <a:r>
              <a:rPr lang="en-US" sz="2800" dirty="0"/>
              <a:t>Data Processing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70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E107-CA17-2489-37C0-70941EBF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12495-4335-AB43-52D6-FDA0B743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General Approach for Modeling</a:t>
            </a:r>
            <a:endParaRPr lang="en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BE4C2-D2F6-C04E-3840-882FD62EAC9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896FF-A8D5-02ED-F67C-17F5F81A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AE6C5E-CBBB-7F4B-5991-084E8AFCA8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Data Preparation</a:t>
            </a:r>
          </a:p>
          <a:p>
            <a:pPr>
              <a:lnSpc>
                <a:spcPct val="150000"/>
              </a:lnSpc>
            </a:pPr>
            <a:r>
              <a:rPr lang="en-GB" dirty="0"/>
              <a:t>Training Model</a:t>
            </a:r>
          </a:p>
          <a:p>
            <a:pPr>
              <a:lnSpc>
                <a:spcPct val="150000"/>
              </a:lnSpc>
            </a:pPr>
            <a:r>
              <a:rPr lang="en-GB" dirty="0"/>
              <a:t>Creating a Pipeline</a:t>
            </a:r>
          </a:p>
          <a:p>
            <a:pPr>
              <a:lnSpc>
                <a:spcPct val="150000"/>
              </a:lnSpc>
            </a:pPr>
            <a:r>
              <a:rPr lang="en-GB" dirty="0"/>
              <a:t>Evaluating</a:t>
            </a:r>
          </a:p>
          <a:p>
            <a:pPr>
              <a:lnSpc>
                <a:spcPct val="150000"/>
              </a:lnSpc>
            </a:pPr>
            <a:r>
              <a:rPr lang="en-GB" dirty="0"/>
              <a:t>Checking Generalization (Overfitting vs Underfitting)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0909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3743C-243F-74BA-D127-E6BA2E4A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D51F-54CA-47AD-935E-686AEF81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Data Preparation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4DA1D-8E58-7E47-995B-8AE5FE376EF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1E7E-91FF-9804-B575-89E6C22F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87CFCD-F612-9CEB-BDD9-FDA2799DBC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0463" y="963110"/>
            <a:ext cx="7559674" cy="3612000"/>
          </a:xfrm>
        </p:spPr>
        <p:txBody>
          <a:bodyPr/>
          <a:lstStyle/>
          <a:p>
            <a:r>
              <a:rPr lang="sv-SE" sz="2000" dirty="0"/>
              <a:t>Simple Split</a:t>
            </a:r>
          </a:p>
          <a:p>
            <a:pPr lvl="1"/>
            <a:r>
              <a:rPr lang="en-GB" sz="1600" dirty="0"/>
              <a:t>Suppose we have enough data…</a:t>
            </a:r>
          </a:p>
          <a:p>
            <a:pPr lvl="1"/>
            <a:r>
              <a:rPr lang="en-GB" sz="1600" dirty="0"/>
              <a:t>We’ve selected the right training data…</a:t>
            </a:r>
          </a:p>
          <a:p>
            <a:pPr lvl="1"/>
            <a:r>
              <a:rPr lang="en-GB" sz="1600" dirty="0"/>
              <a:t>We’ve picked the features we want the model to learn from…</a:t>
            </a:r>
          </a:p>
          <a:p>
            <a:pPr lvl="1"/>
            <a:r>
              <a:rPr lang="en-GB" sz="1600" dirty="0"/>
              <a:t>But how do we know our model will generalize well?</a:t>
            </a:r>
          </a:p>
          <a:p>
            <a:pPr lvl="1"/>
            <a:endParaRPr lang="sv-SE" sz="1600" dirty="0"/>
          </a:p>
          <a:p>
            <a:r>
              <a:rPr lang="sv-SE" sz="2000" dirty="0"/>
              <a:t>K-Fold Validation</a:t>
            </a:r>
          </a:p>
          <a:p>
            <a:pPr lvl="1"/>
            <a:r>
              <a:rPr lang="en-US" sz="1600" dirty="0"/>
              <a:t>Split your data randomly into k equal size parts.</a:t>
            </a:r>
          </a:p>
          <a:p>
            <a:pPr lvl="1"/>
            <a:r>
              <a:rPr lang="en-US" sz="1600" dirty="0"/>
              <a:t>For each part, hold one back as a test set and train on the k − 1 remaining parts, evaluate on the part you held back. </a:t>
            </a:r>
          </a:p>
          <a:p>
            <a:pPr lvl="1"/>
            <a:r>
              <a:rPr lang="en-US" sz="1600" dirty="0"/>
              <a:t>Report the average evaluation.</a:t>
            </a:r>
            <a:endParaRPr lang="en-SE" sz="1600" dirty="0"/>
          </a:p>
          <a:p>
            <a:pPr marL="0" indent="0">
              <a:buNone/>
            </a:pPr>
            <a:endParaRPr lang="sv-SE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04753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8462E-7428-460E-BCC0-6BDB8CD1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fold cross validation</a:t>
            </a:r>
            <a:endParaRPr lang="en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B1CF4-49F1-4032-B877-9126B1915E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57CE3-B2E4-4A4E-A382-58D2F656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C42CC7-94F1-4575-927F-F02D075D48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If k = 5, then you have 5 parts T1, . . . , T5 you would run 5 training runs </a:t>
            </a:r>
          </a:p>
          <a:p>
            <a:r>
              <a:rPr lang="en-US" dirty="0"/>
              <a:t>Train on T1,T2,T3,T4 evaluate on T5. </a:t>
            </a:r>
          </a:p>
          <a:p>
            <a:r>
              <a:rPr lang="en-US" dirty="0"/>
              <a:t>Train on T1,T2,T3,T5 evaluate on T4. </a:t>
            </a:r>
          </a:p>
          <a:p>
            <a:r>
              <a:rPr lang="en-US" dirty="0"/>
              <a:t>Train on T1,T2,T4,T5 evaluate on T3. </a:t>
            </a:r>
          </a:p>
          <a:p>
            <a:r>
              <a:rPr lang="en-US" dirty="0"/>
              <a:t>Train on T1,T3,T4,T5 evaluate on T2. </a:t>
            </a:r>
          </a:p>
          <a:p>
            <a:r>
              <a:rPr lang="en-US" dirty="0"/>
              <a:t>Train on T2,T3,T4,T5 evaluate on T1. </a:t>
            </a:r>
          </a:p>
          <a:p>
            <a:r>
              <a:rPr lang="en-US" dirty="0"/>
              <a:t>Good values of k are 5 or 10. Obviously the larger k is the more time it takes to run the experiments. 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17986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DB48-E179-4956-BDF0-EE9A29DBD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K fold</a:t>
            </a:r>
            <a:endParaRPr lang="en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0175D-753A-43DE-B0F9-D3829C80107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DEE4-B4F9-4AC4-A83F-DD6C29DE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ED2316-12F4-49C1-9460-1652DB7EF9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2000" y="1112400"/>
            <a:ext cx="7162935" cy="3612000"/>
          </a:xfrm>
        </p:spPr>
        <p:txBody>
          <a:bodyPr/>
          <a:lstStyle/>
          <a:p>
            <a:r>
              <a:rPr lang="en-US" sz="2000" dirty="0"/>
              <a:t>Cross validation only returns a value that is a prediction of </a:t>
            </a:r>
            <a:r>
              <a:rPr lang="en-US" sz="2000" b="1" dirty="0"/>
              <a:t>how well the model will do</a:t>
            </a:r>
            <a:r>
              <a:rPr lang="en-US" sz="2000" dirty="0"/>
              <a:t> on more data. </a:t>
            </a:r>
          </a:p>
          <a:p>
            <a:r>
              <a:rPr lang="en-US" sz="2000" dirty="0"/>
              <a:t>k-fold cross validation without ensemble methods only tells you </a:t>
            </a:r>
            <a:r>
              <a:rPr lang="en-US" sz="2000" b="1" dirty="0"/>
              <a:t>which model is better.</a:t>
            </a:r>
            <a:r>
              <a:rPr lang="en-US" sz="2000" dirty="0"/>
              <a:t> It does not give you a trained model.</a:t>
            </a:r>
          </a:p>
          <a:p>
            <a:r>
              <a:rPr lang="en-US" sz="2000" dirty="0"/>
              <a:t>Once you have chosen the parameters and model, </a:t>
            </a:r>
            <a:r>
              <a:rPr lang="en-US" sz="2000" b="1" dirty="0"/>
              <a:t>repeat the process to get an actual trained model.</a:t>
            </a:r>
            <a:endParaRPr lang="en-SE" sz="2000" b="1" dirty="0"/>
          </a:p>
        </p:txBody>
      </p:sp>
    </p:spTree>
    <p:extLst>
      <p:ext uri="{BB962C8B-B14F-4D97-AF65-F5344CB8AC3E}">
        <p14:creationId xmlns:p14="http://schemas.microsoft.com/office/powerpoint/2010/main" val="259289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8AC7-6A2F-E200-1D9C-BA0F5FE1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6EFA-E3D0-0D72-E6CC-747BB5EBB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Model</a:t>
            </a:r>
            <a:endParaRPr lang="en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29B6E-3B3D-3E97-DFFB-07FB933B140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8946B-35D5-1075-469D-F05D794F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Platshållare för innehåll 8">
            <a:extLst>
              <a:ext uri="{FF2B5EF4-FFF2-40B4-BE49-F238E27FC236}">
                <a16:creationId xmlns:a16="http://schemas.microsoft.com/office/drawing/2014/main" id="{3CE8C8B2-A14B-77EA-8B99-A48D3FAC19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0463" y="1078965"/>
            <a:ext cx="7559674" cy="3612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To file lab2_modeling.ipynb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7728E-BD97-2603-6ACE-2DD046D7D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6474"/>
            <a:ext cx="9144000" cy="64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6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D71D-2AD7-45C3-A3D6-5AF4110D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  <a:endParaRPr lang="en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169FC-17A9-41EC-8956-BC4607C71D6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BB8C7-4483-42C0-AD7E-36D876A9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A26536-B83D-45D4-9D61-1668617016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Type of </a:t>
            </a:r>
            <a:r>
              <a:rPr lang="en-US" b="1" dirty="0"/>
              <a:t>classification outputs</a:t>
            </a:r>
            <a:r>
              <a:rPr lang="en-US" dirty="0"/>
              <a:t>: </a:t>
            </a:r>
          </a:p>
          <a:p>
            <a:r>
              <a:rPr lang="en-US" dirty="0"/>
              <a:t>True positive (m11): Example of class 1 predicted as class 1. </a:t>
            </a:r>
          </a:p>
          <a:p>
            <a:r>
              <a:rPr lang="en-US" dirty="0"/>
              <a:t>False positive (m01): Example of class 0 predicted as class 1. Type 1 error. </a:t>
            </a:r>
          </a:p>
          <a:p>
            <a:r>
              <a:rPr lang="en-US" dirty="0"/>
              <a:t>True negative (m00): Example of class 0 predicted as class 0. </a:t>
            </a:r>
          </a:p>
          <a:p>
            <a:r>
              <a:rPr lang="en-US" dirty="0"/>
              <a:t>False negative (m10): Example of class 1 predicted as class 0. Type II error. </a:t>
            </a:r>
          </a:p>
          <a:p>
            <a:r>
              <a:rPr lang="en-US" dirty="0"/>
              <a:t>Total number of instances: m = m00 + m01 + m10 + m11</a:t>
            </a:r>
          </a:p>
          <a:p>
            <a:r>
              <a:rPr lang="en-US" dirty="0"/>
              <a:t>Error rate: (m01 + m10) / m </a:t>
            </a:r>
          </a:p>
          <a:p>
            <a:r>
              <a:rPr lang="en-US" dirty="0"/>
              <a:t>If the classes are imbalanced (e.g. 10% from class 1, 90% from class 0), one can achieve low error (e.g. 10%) by classifying everything as coming from class 0!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018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851B-211A-3E0A-D4AC-DE3BC16B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EA5175-498D-BDB8-E342-B095F907C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511" y="2468180"/>
            <a:ext cx="6210838" cy="2354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0BD8D2-D3D3-CB1A-A6F5-468A265E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Evaluating: Confusion Matrix</a:t>
            </a:r>
            <a:endParaRPr lang="en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05034-F6EB-055F-7FD3-D545F012B5D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66E8-FB66-EE50-782E-3720DD10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Platshållare för innehåll 8">
            <a:extLst>
              <a:ext uri="{FF2B5EF4-FFF2-40B4-BE49-F238E27FC236}">
                <a16:creationId xmlns:a16="http://schemas.microsoft.com/office/drawing/2014/main" id="{69143A64-4F6B-1183-ADF3-67E720FA47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9794" y="1078965"/>
            <a:ext cx="8116284" cy="3612000"/>
          </a:xfrm>
        </p:spPr>
        <p:txBody>
          <a:bodyPr/>
          <a:lstStyle/>
          <a:p>
            <a:r>
              <a:rPr lang="en-US" dirty="0"/>
              <a:t>[ </a:t>
            </a:r>
            <a:r>
              <a:rPr lang="en-US" dirty="0" err="1"/>
              <a:t>TrueNegative</a:t>
            </a:r>
            <a:r>
              <a:rPr lang="en-US" dirty="0"/>
              <a:t>  </a:t>
            </a:r>
            <a:r>
              <a:rPr lang="en-US" dirty="0" err="1"/>
              <a:t>FalsePositive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FalseNegative</a:t>
            </a:r>
            <a:r>
              <a:rPr lang="en-US" dirty="0"/>
              <a:t>  </a:t>
            </a:r>
            <a:r>
              <a:rPr lang="en-US" dirty="0" err="1"/>
              <a:t>TruePositive</a:t>
            </a:r>
            <a:r>
              <a:rPr lang="en-US" dirty="0"/>
              <a:t> ]</a:t>
            </a:r>
          </a:p>
          <a:p>
            <a:r>
              <a:rPr lang="en-US" dirty="0"/>
              <a:t>Do this for every class – multi class classification problems</a:t>
            </a:r>
          </a:p>
          <a:p>
            <a:r>
              <a:rPr lang="en-US" dirty="0"/>
              <a:t>Format not consistent, be careful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2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CC97D-78DE-4332-9EF4-9800FEF74CA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t>2026-01-20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A0D30-9F59-46BD-BEB8-DD2B01DE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E832D7-F7CE-461A-8637-89380A1638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Over-fitting: Training accuracy is higher (error is lower) than testing accuracy</a:t>
            </a:r>
          </a:p>
          <a:p>
            <a:pPr lvl="1"/>
            <a:r>
              <a:rPr lang="en-US" dirty="0"/>
              <a:t>Model explains the training data very well, but poor generalization</a:t>
            </a:r>
          </a:p>
          <a:p>
            <a:r>
              <a:rPr lang="en-US" dirty="0"/>
              <a:t>Under-fitting: Both accuracies are unacceptable low</a:t>
            </a:r>
            <a:endParaRPr lang="en-SE" dirty="0"/>
          </a:p>
          <a:p>
            <a:pPr marL="0" indent="0">
              <a:buNone/>
            </a:pPr>
            <a:endParaRPr lang="en-S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D6FE13-22EA-4C69-B6AC-F56CAA19A1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35"/>
          <a:stretch>
            <a:fillRect/>
          </a:stretch>
        </p:blipFill>
        <p:spPr bwMode="auto">
          <a:xfrm>
            <a:off x="888962" y="2215161"/>
            <a:ext cx="7905750" cy="238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B389D6F-6E3D-00AB-0669-A49E1618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463" y="251752"/>
            <a:ext cx="7552857" cy="673874"/>
          </a:xfrm>
        </p:spPr>
        <p:txBody>
          <a:bodyPr/>
          <a:lstStyle/>
          <a:p>
            <a:r>
              <a:rPr lang="en-US" dirty="0"/>
              <a:t>Overfitting vs Underfitting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54536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C6BB-FA79-9DEC-5D03-1C0FA074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7">
            <a:extLst>
              <a:ext uri="{FF2B5EF4-FFF2-40B4-BE49-F238E27FC236}">
                <a16:creationId xmlns:a16="http://schemas.microsoft.com/office/drawing/2014/main" id="{CC42D12C-7DFC-1686-EFD7-A8E8B7F5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Modeling</a:t>
            </a:r>
            <a:endParaRPr lang="en-GB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E65BA0C-AA0F-1DD7-D91A-201E778C2ED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2CF90B-63BC-6544-9FB4-A72410329261}" type="datetime1">
              <a:rPr lang="sv-SE" smtClean="0"/>
              <a:pPr/>
              <a:t>2026-01-20</a:t>
            </a:fld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2A50A38-B70E-5F46-7AF8-8E548D93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348D-F2D3-AB47-AE2A-1D59B1E58D6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44A0CCD0-BA63-C0C9-0C0B-A201AC4D60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DYO: </a:t>
            </a:r>
          </a:p>
          <a:p>
            <a:pPr marL="0" indent="0">
              <a:buNone/>
            </a:pPr>
            <a:r>
              <a:rPr lang="en-GB" altLang="zh-CN" sz="2000" dirty="0"/>
              <a:t>Play around with </a:t>
            </a:r>
            <a:r>
              <a:rPr lang="en-US" altLang="zh-CN" sz="2000" dirty="0"/>
              <a:t>lab2_modeling, </a:t>
            </a:r>
            <a:r>
              <a:rPr lang="en-GB" altLang="zh-CN" sz="2000" dirty="0"/>
              <a:t>ask questions</a:t>
            </a:r>
          </a:p>
        </p:txBody>
      </p:sp>
    </p:spTree>
    <p:extLst>
      <p:ext uri="{BB962C8B-B14F-4D97-AF65-F5344CB8AC3E}">
        <p14:creationId xmlns:p14="http://schemas.microsoft.com/office/powerpoint/2010/main" val="35726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cb025ba9a6ccf8fed139b5222f2a63b17a4791"/>
</p:tagLst>
</file>

<file path=ppt/theme/theme1.xml><?xml version="1.0" encoding="utf-8"?>
<a:theme xmlns:a="http://schemas.openxmlformats.org/drawingml/2006/main" name="KTH_PPT-mall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npassat 2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_mall_16x9_F.potx" id="{40D720AF-17FC-45B2-9561-A484F47697AD}" vid="{A9C5BED1-A155-46C2-836E-F2409F608C19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PPT_mall_16x9_F</Template>
  <TotalTime>770</TotalTime>
  <Words>635</Words>
  <Application>Microsoft Office PowerPoint</Application>
  <PresentationFormat>On-screen Show (16:9)</PresentationFormat>
  <Paragraphs>103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Systemtypsnitt</vt:lpstr>
      <vt:lpstr>Arial</vt:lpstr>
      <vt:lpstr>Calibri</vt:lpstr>
      <vt:lpstr>KTH_PPT-mall</vt:lpstr>
      <vt:lpstr>Lab 2</vt:lpstr>
      <vt:lpstr>Data processing and modeling</vt:lpstr>
      <vt:lpstr>General Approach for Data Processing</vt:lpstr>
      <vt:lpstr>Goals of Data Processing</vt:lpstr>
      <vt:lpstr>Disscussion</vt:lpstr>
      <vt:lpstr>Data Processing</vt:lpstr>
      <vt:lpstr>Data Processing</vt:lpstr>
      <vt:lpstr>General Approach for Modeling</vt:lpstr>
      <vt:lpstr>Data Preparation</vt:lpstr>
      <vt:lpstr>K fold cross validation</vt:lpstr>
      <vt:lpstr>After K fold</vt:lpstr>
      <vt:lpstr>Training Model</vt:lpstr>
      <vt:lpstr>Terminology</vt:lpstr>
      <vt:lpstr>Evaluating: Confusion Matrix</vt:lpstr>
      <vt:lpstr>Overfitting vs Underfitting</vt:lpstr>
      <vt:lpstr>Modeling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</dc:title>
  <dc:creator>Jayanth Raghothama</dc:creator>
  <cp:lastModifiedBy>Fangnan Xu</cp:lastModifiedBy>
  <cp:revision>28</cp:revision>
  <cp:lastPrinted>2013-05-27T09:10:21Z</cp:lastPrinted>
  <dcterms:created xsi:type="dcterms:W3CDTF">2022-01-30T13:23:52Z</dcterms:created>
  <dcterms:modified xsi:type="dcterms:W3CDTF">2026-01-20T15:52:41Z</dcterms:modified>
</cp:coreProperties>
</file>